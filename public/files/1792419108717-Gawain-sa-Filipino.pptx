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5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66D9-62A5-BD72-85D7-B92FC6DA0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0D7FC-C214-8A84-2CF6-A34485532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FEEF6-DBE0-434B-A616-DC3F4663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22F5F-A8CC-0DB3-74CC-0D1B68E7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1D66B-2BFD-DB4C-0AEA-0EB7DFF6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7565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38A4-9EBB-E65B-C8B9-7F3FB09D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8AD4E-645F-3437-FCE0-7A5C82CEC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AB776-95A7-0B1F-0BA3-93B5A6C85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B2084-4513-F04F-8684-6B375FD45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AFD27-E7A4-B069-2290-23821468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25986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06EA8-F475-9D03-6261-CB37961AF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779F2-3D22-9418-011B-346235F43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72F50-576E-A55B-A3F5-513C0755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A6A5B-7D54-812F-4F76-F7FBD473D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FE47B-33C8-8BF0-769B-9765F135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3133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9DE0-2409-0716-D5F9-191A42FD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1B34B-2249-15D8-C089-E2CCC5D8F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51A96-9D2C-0332-4329-0E54A0DB6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8B137-9362-1B2E-7DA9-7FD85303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51B33-A67A-BC57-D0A1-4DEE50AB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1B0A1-FF43-A38E-7FF9-B07E1A4A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900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387C3-3101-C0BC-31D4-365D5757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2AFA3-B8C6-C801-D500-C4043D886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8A0F4-29FA-949D-12DD-916A9B96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C5B8A-C5A3-DAA4-B1BC-68DDCB68D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1699E-0657-CC4F-F109-B909C335D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CED4C-2F18-ECE6-FC6F-E26E2353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783B5D-04FE-F5E9-A2B0-B1BDB3EE4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6C675-8C49-F027-B09C-771F135D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9142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242C-FFD6-09A0-7425-B7435E81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D48C0F-1AF9-EC86-38C3-E99B166E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A1546-0017-D515-CFF9-195A0EFA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5B907-BBC5-D4B5-5504-847F79A5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02806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214BDC-F53C-1581-6DF4-0E66449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9BAAC-7736-3FD6-CD84-810F42386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3BF90-D6A1-89CF-8ABF-142AA8F3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1687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764AE-3B4E-F2ED-4646-31A6B0A8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7C86-EA3F-65C6-57DB-D92A22A36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55824-C347-1201-399E-706EE48D2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3D2F7-3BD4-A761-213F-D420EC03D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CC116-D152-6470-7D10-896678996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E55FF-AFAA-9A6E-02E8-6BC6EBEB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0023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7ADA-6987-F2ED-5FB4-28420954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7C38A-E5AA-DC4B-0859-9689EEEA178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E72E6-07B1-C7BD-69B1-DDBBC5DBD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AC567-5DEB-06F2-037C-21AB2A1A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46710-125C-9F38-F25D-207279647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05E1B-1B19-1955-2793-58230DFC3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4225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3D61-41B0-D449-0EE4-8AAE03CA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D5715-9EB4-267A-7BA6-2C60A4E0B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01FAC-ADD8-C350-1B72-426A5310C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4D3A3-3F7C-1937-C3CB-FC099DE3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3D471-9FB9-5D9B-B3E2-A6E644C6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9712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50EFD7-7242-FCE2-D731-2594A3415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8CE1D-5335-8517-C8FA-8FFEFAA1B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7E8F4-CFC9-9B52-112F-AB691CFEB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58B2A-FC25-C0F7-1E13-917DD223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A953E-D942-A077-CD27-BE0F6FDE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4358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B807B-1C38-C81C-B7F1-90FF5DADA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872F0-8F4A-DEDB-7FEF-7CD706FF3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7376E-9F54-3301-4E87-50B4880B3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2727A-AEB3-44E1-AD0D-23F5DC638F9F}" type="datetimeFigureOut">
              <a:rPr lang="id-ID" smtClean="0"/>
              <a:t>19/10/2026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138AF-6E5B-9E56-B7A5-A5918714D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6E278-3829-E090-4974-0C886BCCF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AEC32-A747-4012-ACE4-D7C635E5F186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3708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FJ99UhDId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D98C3-1875-90F5-907A-75C98857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Vintage Nautical Map with Sailing Ships and Compass | Premium AI ...">
            <a:extLst>
              <a:ext uri="{FF2B5EF4-FFF2-40B4-BE49-F238E27FC236}">
                <a16:creationId xmlns:a16="http://schemas.microsoft.com/office/drawing/2014/main" id="{16BE9D4F-4E09-4065-703B-EC6766AF6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3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799D3D-A2A1-3D3A-7DE0-61F139273B17}"/>
              </a:ext>
            </a:extLst>
          </p:cNvPr>
          <p:cNvSpPr txBox="1"/>
          <p:nvPr/>
        </p:nvSpPr>
        <p:spPr>
          <a:xfrm>
            <a:off x="993058" y="1033936"/>
            <a:ext cx="9773265" cy="4832092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4400" dirty="0" err="1">
                <a:solidFill>
                  <a:srgbClr val="C00000"/>
                </a:solidFill>
                <a:latin typeface="Agency FB" panose="020B0503020202020204" pitchFamily="34" charset="0"/>
              </a:rPr>
              <a:t>Oktubre</a:t>
            </a:r>
            <a:r>
              <a:rPr lang="en-US" sz="4400" dirty="0">
                <a:solidFill>
                  <a:srgbClr val="C00000"/>
                </a:solidFill>
                <a:latin typeface="Agency FB" panose="020B0503020202020204" pitchFamily="34" charset="0"/>
              </a:rPr>
              <a:t> 19, 2026</a:t>
            </a:r>
          </a:p>
          <a:p>
            <a:pPr algn="just"/>
            <a:r>
              <a:rPr lang="en-US" sz="4400" dirty="0">
                <a:solidFill>
                  <a:srgbClr val="FF0000"/>
                </a:solidFill>
                <a:latin typeface="Agency FB" panose="020B0503020202020204" pitchFamily="34" charset="0"/>
              </a:rPr>
              <a:t>Gawain </a:t>
            </a:r>
            <a:r>
              <a:rPr lang="en-US" sz="4400" dirty="0" err="1">
                <a:solidFill>
                  <a:srgbClr val="FF0000"/>
                </a:solidFill>
                <a:latin typeface="Agency FB" panose="020B0503020202020204" pitchFamily="34" charset="0"/>
              </a:rPr>
              <a:t>sa</a:t>
            </a:r>
            <a:r>
              <a:rPr lang="en-US" sz="4400" dirty="0">
                <a:solidFill>
                  <a:srgbClr val="FF0000"/>
                </a:solidFill>
                <a:latin typeface="Agency FB" panose="020B0503020202020204" pitchFamily="34" charset="0"/>
              </a:rPr>
              <a:t> Filipino 10: </a:t>
            </a:r>
            <a:r>
              <a:rPr lang="en-US" sz="4400" dirty="0" err="1">
                <a:solidFill>
                  <a:srgbClr val="FF0000"/>
                </a:solidFill>
                <a:latin typeface="Agency FB" panose="020B0503020202020204" pitchFamily="34" charset="0"/>
              </a:rPr>
              <a:t>Panitikang</a:t>
            </a:r>
            <a:r>
              <a:rPr lang="en-US" sz="4400" dirty="0">
                <a:solidFill>
                  <a:srgbClr val="FF0000"/>
                </a:solidFill>
                <a:latin typeface="Agency FB" panose="020B0503020202020204" pitchFamily="34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Agency FB" panose="020B0503020202020204" pitchFamily="34" charset="0"/>
              </a:rPr>
              <a:t>Tuluyan</a:t>
            </a:r>
            <a:endParaRPr lang="en-US" sz="4400" dirty="0">
              <a:solidFill>
                <a:srgbClr val="FF0000"/>
              </a:solidFill>
              <a:latin typeface="Agency FB" panose="020B0503020202020204" pitchFamily="34" charset="0"/>
            </a:endParaRPr>
          </a:p>
          <a:p>
            <a:pPr algn="just"/>
            <a:r>
              <a:rPr lang="en-US" sz="4400" dirty="0" err="1">
                <a:latin typeface="Agency FB" panose="020B0503020202020204" pitchFamily="34" charset="0"/>
              </a:rPr>
              <a:t>Panuto</a:t>
            </a:r>
            <a:r>
              <a:rPr lang="en-US" sz="4400" dirty="0">
                <a:latin typeface="Agency FB" panose="020B0503020202020204" pitchFamily="34" charset="0"/>
              </a:rPr>
              <a:t>: </a:t>
            </a:r>
            <a:r>
              <a:rPr lang="en-US" sz="4400" dirty="0" err="1">
                <a:latin typeface="Agency FB" panose="020B0503020202020204" pitchFamily="34" charset="0"/>
              </a:rPr>
              <a:t>Gamitin</a:t>
            </a:r>
            <a:r>
              <a:rPr lang="en-US" sz="4400" dirty="0">
                <a:latin typeface="Agency FB" panose="020B0503020202020204" pitchFamily="34" charset="0"/>
              </a:rPr>
              <a:t> ang </a:t>
            </a:r>
            <a:r>
              <a:rPr lang="en-US" sz="4400" dirty="0" err="1">
                <a:latin typeface="Agency FB" panose="020B0503020202020204" pitchFamily="34" charset="0"/>
              </a:rPr>
              <a:t>Youtube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upang</a:t>
            </a:r>
            <a:r>
              <a:rPr lang="en-US" sz="4400" dirty="0">
                <a:latin typeface="Agency FB" panose="020B0503020202020204" pitchFamily="34" charset="0"/>
              </a:rPr>
              <a:t> Mabasa ang </a:t>
            </a:r>
            <a:r>
              <a:rPr lang="en-US" sz="4400" dirty="0" err="1">
                <a:latin typeface="Agency FB" panose="020B0503020202020204" pitchFamily="34" charset="0"/>
              </a:rPr>
              <a:t>kwentong</a:t>
            </a:r>
            <a:r>
              <a:rPr lang="en-US" sz="4400" dirty="0">
                <a:latin typeface="Agency FB" panose="020B0503020202020204" pitchFamily="34" charset="0"/>
              </a:rPr>
              <a:t>: “Tata Selo” </a:t>
            </a:r>
            <a:r>
              <a:rPr lang="en-US" sz="4400" dirty="0" err="1">
                <a:latin typeface="Agency FB" panose="020B0503020202020204" pitchFamily="34" charset="0"/>
              </a:rPr>
              <a:t>pagkatapos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sagutan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sa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pahina</a:t>
            </a:r>
            <a:r>
              <a:rPr lang="en-US" sz="4400" dirty="0">
                <a:latin typeface="Agency FB" panose="020B0503020202020204" pitchFamily="34" charset="0"/>
              </a:rPr>
              <a:t> 361-362 </a:t>
            </a:r>
            <a:r>
              <a:rPr lang="en-US" sz="4400" dirty="0" err="1">
                <a:latin typeface="Agency FB" panose="020B0503020202020204" pitchFamily="34" charset="0"/>
              </a:rPr>
              <a:t>mula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sa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Pinalawig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na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Bagwis</a:t>
            </a:r>
            <a:r>
              <a:rPr lang="en-US" sz="4400" dirty="0">
                <a:latin typeface="Agency FB" panose="020B0503020202020204" pitchFamily="34" charset="0"/>
              </a:rPr>
              <a:t> ng </a:t>
            </a:r>
            <a:r>
              <a:rPr lang="en-US" sz="4400" dirty="0" err="1">
                <a:latin typeface="Agency FB" panose="020B0503020202020204" pitchFamily="34" charset="0"/>
              </a:rPr>
              <a:t>iyong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aklat</a:t>
            </a:r>
            <a:r>
              <a:rPr lang="en-US" sz="4400" dirty="0">
                <a:latin typeface="Agency FB" panose="020B0503020202020204" pitchFamily="34" charset="0"/>
              </a:rPr>
              <a:t>. </a:t>
            </a:r>
            <a:r>
              <a:rPr lang="en-US" sz="4400" dirty="0" err="1">
                <a:latin typeface="Agency FB" panose="020B0503020202020204" pitchFamily="34" charset="0"/>
              </a:rPr>
              <a:t>Ipasa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ito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sa</a:t>
            </a:r>
            <a:r>
              <a:rPr lang="en-US" sz="4400" dirty="0">
                <a:latin typeface="Agency FB" panose="020B0503020202020204" pitchFamily="34" charset="0"/>
              </a:rPr>
              <a:t> </a:t>
            </a:r>
            <a:r>
              <a:rPr lang="en-US" sz="4400" dirty="0" err="1">
                <a:latin typeface="Agency FB" panose="020B0503020202020204" pitchFamily="34" charset="0"/>
              </a:rPr>
              <a:t>Miyerkules</a:t>
            </a:r>
            <a:r>
              <a:rPr lang="en-US" sz="4400" dirty="0">
                <a:latin typeface="Agency FB" panose="020B0503020202020204" pitchFamily="34" charset="0"/>
              </a:rPr>
              <a:t>. </a:t>
            </a:r>
            <a:r>
              <a:rPr lang="id-ID" sz="4400" dirty="0">
                <a:hlinkClick r:id="rId3"/>
              </a:rPr>
              <a:t>https://youtu.be/nFJ99UhDIdg</a:t>
            </a:r>
            <a:r>
              <a:rPr lang="en-US" sz="4400" dirty="0"/>
              <a:t> </a:t>
            </a:r>
            <a:endParaRPr lang="id-ID" sz="4400" dirty="0"/>
          </a:p>
        </p:txBody>
      </p:sp>
    </p:spTree>
    <p:extLst>
      <p:ext uri="{BB962C8B-B14F-4D97-AF65-F5344CB8AC3E}">
        <p14:creationId xmlns:p14="http://schemas.microsoft.com/office/powerpoint/2010/main" val="260552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Agency FB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Giman</dc:creator>
  <cp:lastModifiedBy>Kevin Giman</cp:lastModifiedBy>
  <cp:revision>1</cp:revision>
  <dcterms:created xsi:type="dcterms:W3CDTF">2026-10-19T02:08:08Z</dcterms:created>
  <dcterms:modified xsi:type="dcterms:W3CDTF">2026-10-19T02:13:31Z</dcterms:modified>
</cp:coreProperties>
</file>